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SLIDE 1 •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MetaMind AI: Smart Cognitive Learning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Bridging the gap between asking a doubt and truly mastering the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4663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INTRODUCTION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What is MetaMind AI?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A personal AI tutor that helps computer science and engineering students master tough concepts.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Instead of just handing over direct answers, it diagnoses why a student is stuck and helps them fix their foundational gap.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Designed for college students, self-learners, and interview candidates who need real retention.</a:t>
            </a:r>
          </a:p>
          <a:p>
            <a:pPr>
              <a:defRPr sz="400"/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456432" cy="4663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2. THE PROBLEM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False Feeling of Mastery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Standard AI chatbots (like ChatGPT) dump complete answers right away, encouraging passive copy-pasting.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Students think they understand a topic until exam day because nobody tested their hidden misconceptions.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No confidence tracking: Students don't know if they are truly ready or just guessing.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Important explanations and formulas get lost in long chat history with no quick revision notes.</a:t>
            </a:r>
          </a:p>
          <a:p>
            <a:pPr>
              <a:defRPr sz="400"/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010144" y="1691640"/>
            <a:ext cx="3456432" cy="4663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3. PROPOSED SOLUTION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The Closed-Loop Tutor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Cognitive Diagnostic: Pinpoints the student's exact misconception and confirms what they got right.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Step-by-Step Breakdown: Explains complex ideas in simple plain English with minimal diagrams.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Live Confidence Meter: Starts at 50%, updates to 92% (Mastery) after answering a quick check question.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1-Click Study Guide: Automatically compiles printable A4 revision sheets with key formulas and tips.</a:t>
            </a:r>
          </a:p>
          <a:p>
            <a:pPr>
              <a:defRPr sz="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SLIDE 2 •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System Architecture: How the Platform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Clean direct pipeline from student input to AI reasoning, database, and instant output</a:t>
            </a:r>
          </a:p>
        </p:txBody>
      </p:sp>
      <p:pic>
        <p:nvPicPr>
          <p:cNvPr id="6" name="Picture 5" descr="metamind_clean_architecture_1789300368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3980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ARCHITECTURAL LAYERS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1. Student Client (Frontend)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React 19 + TypeScript + Vite. Features a 3-panel workspace, learning roadmaps, and analytics dashboard.</a:t>
            </a:r>
          </a:p>
          <a:p>
            <a:pPr>
              <a:defRPr sz="200"/>
            </a:pP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2. Supabase API Gateway &amp; Auth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Verifies student logins, protects data, and manages database sessions securely.</a:t>
            </a:r>
          </a:p>
          <a:p>
            <a:pPr>
              <a:defRPr sz="200"/>
            </a:pP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3. Core Diagnostic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Splits the student's doubt into understood strengths vs hidden conceptual errors.</a:t>
            </a:r>
          </a:p>
          <a:p>
            <a:pPr>
              <a:defRPr sz="200"/>
            </a:pP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4. Socratic AI Pipeline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Delivers simplified explanations, tests with 1 QuickCheck question, and recalculates confidence.</a:t>
            </a:r>
          </a:p>
          <a:p>
            <a:pPr>
              <a:defRPr sz="200"/>
            </a:pP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5. Database &amp; Storage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Supabase PostgreSQL saves chat history and scores; Storage bucket stores downloadable PDF guides.</a:t>
            </a:r>
          </a:p>
          <a:p>
            <a:pPr>
              <a:defRPr sz="2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SLIDE 3 • MARKET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How MetaMind AI Compares to Existing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Why our closed-loop diagnostic approach produces real mastery instead of memorization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926080" cy="594360"/>
          </a:xfrm>
          <a:prstGeom prst="roundRect">
            <a:avLst/>
          </a:prstGeom>
          <a:solidFill>
            <a:srgbClr val="1E2A4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Key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691640"/>
            <a:ext cx="2377440" cy="594360"/>
          </a:xfrm>
          <a:prstGeom prst="roundRect">
            <a:avLst/>
          </a:prstGeom>
          <a:solidFill>
            <a:srgbClr val="1E2A4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Traditional Courses</a:t>
            </a:r>
            <a:br/>
            <a:r>
              <a:t>(YouTube / Udemy)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2377440" cy="594360"/>
          </a:xfrm>
          <a:prstGeom prst="roundRect">
            <a:avLst/>
          </a:prstGeom>
          <a:solidFill>
            <a:srgbClr val="1E2A4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Standard AI Chatbots</a:t>
            </a:r>
            <a:br/>
            <a:r>
              <a:t>(ChatGPT / Claude)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91640"/>
            <a:ext cx="2499055" cy="594360"/>
          </a:xfrm>
          <a:prstGeom prst="roundRect">
            <a:avLst/>
          </a:prstGeom>
          <a:solidFill>
            <a:srgbClr val="1E2A4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MetaMind AI</a:t>
            </a:r>
            <a:br/>
            <a:r>
              <a:t>(Our Solution)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292608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Finding Student's Exact Mistake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37744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One-size-fits-all videos</a:t>
            </a:r>
            <a:br/>
            <a:r>
              <a:t>Cannot diagnose student flaws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Dumps complete answers</a:t>
            </a:r>
            <a:br/>
            <a:r>
              <a:t>Ignores underlying confusion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377440"/>
            <a:ext cx="2499055" cy="71323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34D399"/>
                </a:solidFill>
              </a:defRPr>
            </a:pPr>
            <a:r>
              <a:t>✅ Pinpoints exact misconception</a:t>
            </a:r>
            <a:br/>
            <a:r>
              <a:t>Explains root cause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292608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Live Confidence Measurement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20040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No confidence tracking</a:t>
            </a:r>
            <a:br/>
            <a:r>
              <a:t>Only static quiz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0040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Zero confidence metrics</a:t>
            </a:r>
            <a:br/>
            <a:r>
              <a:t>Chatbot doesn't track certainty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200400"/>
            <a:ext cx="2499055" cy="71323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34D399"/>
                </a:solidFill>
              </a:defRPr>
            </a:pPr>
            <a:r>
              <a:t>✅ Dynamic Confidence Meter</a:t>
            </a:r>
            <a:br/>
            <a:r>
              <a:t>Recalibrates from 50% to 92%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292608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Active Concept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02336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Passive watching</a:t>
            </a:r>
            <a:br/>
            <a:r>
              <a:t>Easy to zone 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Gives direct code solutions</a:t>
            </a:r>
            <a:br/>
            <a:r>
              <a:t>Encourages lazy copying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4023360"/>
            <a:ext cx="2499055" cy="71323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34D399"/>
                </a:solidFill>
              </a:defRPr>
            </a:pPr>
            <a:r>
              <a:t>✅ 1-Click QuickCheck Question</a:t>
            </a:r>
            <a:br/>
            <a:r>
              <a:t>Verifies understanding on the spot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46320"/>
            <a:ext cx="292608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Instant Revision 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484632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Must take manual notes</a:t>
            </a:r>
            <a:br/>
            <a:r>
              <a:t>Slow and unstructured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84632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Important tips get lost</a:t>
            </a:r>
            <a:br/>
            <a:r>
              <a:t>in long chat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846320"/>
            <a:ext cx="2499055" cy="71323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34D399"/>
                </a:solidFill>
              </a:defRPr>
            </a:pPr>
            <a:r>
              <a:t>✅ 1-Click Printable PDF Guide</a:t>
            </a:r>
            <a:br/>
            <a:r>
              <a:t>Formulas, rules &amp; exam traps ready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292608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Structured Learning Roadmap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566928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Rigid video playlists</a:t>
            </a:r>
            <a:br/>
            <a:r>
              <a:t>Hard to jump to weaknesses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669280"/>
            <a:ext cx="2377440" cy="71323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E2E8F0"/>
                </a:solidFill>
              </a:defRPr>
            </a:pPr>
            <a:r>
              <a:t>❌ Disconnected single chats</a:t>
            </a:r>
            <a:br/>
            <a:r>
              <a:t>No roadmap or progress graph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5669280"/>
            <a:ext cx="2499055" cy="71323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>
                <a:solidFill>
                  <a:srgbClr val="34D399"/>
                </a:solidFill>
              </a:defRPr>
            </a:pPr>
            <a:r>
              <a:t>✅ Visual Concept Roadmaps</a:t>
            </a:r>
            <a:br/>
            <a:r>
              <a:t>Tracks prerequisites across subjects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SLIDE 4 • USER FLOW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MetaMind AI: Step-by-Step Student Learning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6-stage closed-loop cognitive flow from initial doubt to verified 92% mastery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STEP 01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DOUBT INPUT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Student Query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Student enters 3-Panel Chatbot Workspace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Chooses tutor persona &amp; asks technical doubt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Intent filter verifies conceptual query</a:t>
            </a:r>
          </a:p>
          <a:p>
            <a:pPr>
              <a:defRPr sz="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414016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818CF8"/>
                </a:solidFill>
                <a:latin typeface="Calibri"/>
              </a:defRPr>
            </a:pPr>
            <a:r>
              <a:t>STEP 02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DIAGNOSTIC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Cognitive Scan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Analyzes root misconception vs strength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Renders live Diagnostic Card in panel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Initializes Confidence Meter at 50%</a:t>
            </a:r>
          </a:p>
          <a:p>
            <a:pPr>
              <a:defRPr sz="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215384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STEP 03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EXPLANATION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Socratic Core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Step-by-step intuitive breakdown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Uses plain English &amp; minimal code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Highlights core rules &amp; visual invariants</a:t>
            </a:r>
          </a:p>
          <a:p>
            <a:pPr>
              <a:defRPr sz="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016752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FBBF24"/>
                </a:solidFill>
                <a:latin typeface="Calibri"/>
              </a:defRPr>
            </a:pPr>
            <a:r>
              <a:t>STEP 04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QUICKCHECK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Active Recall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AI serves 1 targeted verification question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Tests identified boundary edge case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Single-click interactive answer pills</a:t>
            </a:r>
          </a:p>
          <a:p>
            <a:pPr>
              <a:defRPr sz="4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818120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STEP 05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RECALIBRATE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Confidence Loop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Correct: Meter jumps to 92% (Mastery)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Wrong: Score adjusts to 42% with hints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Immediate real-time active feedback</a:t>
            </a:r>
          </a:p>
          <a:p>
            <a:pPr>
              <a:defRPr sz="4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619488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STEP 06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PDF &amp; SYNC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Revision &amp; Store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1-Click printable A4 Study Guide PDF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Persists verified score in Supabase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Updates Learning Map &amp; Dashboard</a:t>
            </a:r>
          </a:p>
          <a:p>
            <a:pPr>
              <a:defRPr sz="4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SLIDE 5 • LOOKING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Future Scope &amp; Platform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Taking MetaMind AI from a smart hackathon tool to an essential student companion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4663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1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NEAR TERM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Phase 1: Multi-Modal Inputs</a:t>
            </a:r>
          </a:p>
          <a:p>
            <a:pPr>
              <a:defRPr sz="8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Handwritten Math &amp; Code OCR: Snap a picture of your notebook or whiteboard; AI diagnoses syntax and mathematical errors.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Error Screenshot Analysis: Paste compiler errors or terminal tracebacks directly to get step-by-step debug assistance.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Voice-Guided Tutoring: Speak your doubts naturally and listen to intuitive audio explanations on mobile.</a:t>
            </a:r>
          </a:p>
          <a:p>
            <a:pPr>
              <a:defRPr sz="500"/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456432" cy="4663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1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100" b="1">
                <a:solidFill>
                  <a:srgbClr val="818CF8"/>
                </a:solidFill>
              </a:defRPr>
            </a:pPr>
            <a:r>
              <a:t>MID TERM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Phase 2: IDE &amp; Tool Integration</a:t>
            </a:r>
          </a:p>
          <a:p>
            <a:pPr>
              <a:defRPr sz="8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VS Code Extension: Diagnostic tutoring right inside your code editor while working on college projects.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Collaborative Study Rooms: Peer study mode where AI acts as a friendly arbitrator and discussion moderator.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Memory Decay Reminders: Spaced repetition alerts that remind you to review concepts right before you forget them.</a:t>
            </a:r>
          </a:p>
          <a:p>
            <a:pPr>
              <a:defRPr sz="500"/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010144" y="1691640"/>
            <a:ext cx="3456432" cy="4663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1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LONG TERM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Phase 3: University &amp; Ecosystem Scale</a:t>
            </a:r>
          </a:p>
          <a:p>
            <a:pPr>
              <a:defRPr sz="8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College LMS Integration: Connect directly with Canvas, Blackboard, or Moodle so professors see aggregate student confusion spots.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Autonomous Subject Specialists: Multi-agent system tailored to specific curriculums (GATE, GRE, Technical Interviews).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Global Knowledge Graph: Crowdsourced concept maps contributed by top educators worldwide.</a:t>
            </a:r>
          </a:p>
          <a:p>
            <a:pPr>
              <a:defRPr sz="5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SLIDE 6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Summary &amp; Project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Transforming how students learn, retain, and succeed in technical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663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KEY TAKEAWAYS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Why MetaMind AI Matters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End the 'Illusion of Knowing':</a:t>
            </a:r>
            <a:r>
              <a:rPr b="0">
                <a:solidFill>
                  <a:srgbClr val="94A3B8"/>
                </a:solidFill>
              </a:rPr>
              <a:t> Students no longer just copy answers—they understand the core principles and fix their misconceptions.</a:t>
            </a:r>
          </a:p>
          <a:p>
            <a:pPr>
              <a:defRPr sz="400"/>
            </a:pP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Instant Verification:</a:t>
            </a:r>
            <a:r>
              <a:rPr b="0">
                <a:solidFill>
                  <a:srgbClr val="94A3B8"/>
                </a:solidFill>
              </a:rPr>
              <a:t> The dynamic confidence meter and 1-question QuickCheck ensure immediate active recall.</a:t>
            </a:r>
          </a:p>
          <a:p>
            <a:pPr>
              <a:defRPr sz="400"/>
            </a:pP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No More Lost Notes:</a:t>
            </a:r>
            <a:r>
              <a:rPr b="0">
                <a:solidFill>
                  <a:srgbClr val="94A3B8"/>
                </a:solidFill>
              </a:rPr>
              <a:t> Downloadable A4 study guides turn everyday doubt sessions into structured revision sheets.</a:t>
            </a:r>
          </a:p>
          <a:p>
            <a:pPr>
              <a:defRPr sz="400"/>
            </a:pP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Production-Ready Stack:</a:t>
            </a:r>
            <a:r>
              <a:rPr b="0">
                <a:solidFill>
                  <a:srgbClr val="94A3B8"/>
                </a:solidFill>
              </a:rPr>
              <a:t> Built with React 19, Vite, Tailwind CSS, and Supabase for high performance and reliability.</a:t>
            </a:r>
          </a:p>
          <a:p>
            <a:pPr>
              <a:defRPr sz="400"/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MetaMind AI — Empowering Every Learner</a:t>
            </a:r>
          </a:p>
          <a:p>
            <a:pPr>
              <a:defRPr sz="12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🌐 Live Web Demo Running locally at: http://localhost:5173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📂 Source Code: Fully structured React 19 + Supabase project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🧠 Curated Knowledge Base: 11+ CS &amp; Engineering Topics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❓ Questions &amp; Answers: We are excited to hear your feedback!</a:t>
            </a:r>
          </a:p>
          <a:p>
            <a:pPr>
              <a:defRPr sz="6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